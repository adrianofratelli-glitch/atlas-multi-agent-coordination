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documentação do PoV é dividida por leitor: README para o cliente, o briefing de arquitetura para quem constrói, implementation_plan.md para quem reconstrói, architecture.md e ADR-001 para o arquiteto. Faltam runbook de demo, modelo de dados, ADRs novos e SECURITY.md.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502920" cy="50292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3657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documentação que sustenta o PoV multi-agente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51560" y="6766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arquivo tem um leitor e um trabalho — nenhum repete o outro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38160" y="5669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 Atlas · 8 agentes · :8031 / :5191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306324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43000"/>
            <a:ext cx="3063240" cy="292608"/>
          </a:xfrm>
          <a:prstGeom prst="rect">
            <a:avLst/>
          </a:prstGeom>
          <a:solidFill>
            <a:srgbClr val="10241C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11612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CADA COISA MORA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" y="1527048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MultiAgent/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" y="1741932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0624" y="1956816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a porta de entrada pública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0624" y="2171700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briefing de arquitetura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" y="2386584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memória do projeto (Claude)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0624" y="2601468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briefing de arquitetura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0624" y="2816352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mesmo contrato, para o Codex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0624" y="3031236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implementation_plan.md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" y="3246120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briefing original, 408 linhas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" y="3461004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.env.example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0624" y="3675888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segredos esperados, sem valor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0624" y="3890772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0624" y="4105656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architecture.md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0624" y="4320540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│      topologia e limites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0624" y="4535424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adr/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0624" y="4750308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│    └── ADR-001-arquitetura-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0624" y="4965192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│           multi-agente.md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0624" y="5180076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│      por que Mongo e não fila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" y="5394960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 screenshots/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0624" y="5609844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5 telas, 1600×1000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0624" y="5824728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  app/ tests/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0624" y="6039612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frontend/ src/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20440" y="11430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0440" y="1143000"/>
            <a:ext cx="2743200" cy="27432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5" name="Text 33"/>
          <p:cNvSpPr/>
          <p:nvPr/>
        </p:nvSpPr>
        <p:spPr>
          <a:xfrm>
            <a:off x="3630168" y="1152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README.md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48456" y="15087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quem: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 visitante do GitHub.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48456" y="198424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em um parágrafo, a demo em 5 passos numerados com um print cada, a tabela de agentes e o setup.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91656" y="11430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91656" y="1143000"/>
            <a:ext cx="2743200" cy="274320"/>
          </a:xfrm>
          <a:prstGeom prst="rect">
            <a:avLst/>
          </a:prstGeom>
          <a:solidFill>
            <a:srgbClr val="A8641B"/>
          </a:solidFill>
          <a:ln/>
        </p:spPr>
      </p:sp>
      <p:sp>
        <p:nvSpPr>
          <p:cNvPr id="40" name="Text 38"/>
          <p:cNvSpPr/>
          <p:nvPr/>
        </p:nvSpPr>
        <p:spPr>
          <a:xfrm>
            <a:off x="6501384" y="1152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briefing de arquitetura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19672" y="15087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quem: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assistente de código.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19672" y="198424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exatos, arquitetura em prosa, decisões já pagas e lacunas conhecidas. Evita que cada sessão redescubra o projeto.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262872" y="11430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62872" y="1143000"/>
            <a:ext cx="2743200" cy="274320"/>
          </a:xfrm>
          <a:prstGeom prst="rect">
            <a:avLst/>
          </a:prstGeom>
          <a:solidFill>
            <a:srgbClr val="4B4A86"/>
          </a:solidFill>
          <a:ln/>
        </p:spPr>
      </p:sp>
      <p:sp>
        <p:nvSpPr>
          <p:cNvPr id="45" name="Text 43"/>
          <p:cNvSpPr/>
          <p:nvPr/>
        </p:nvSpPr>
        <p:spPr>
          <a:xfrm>
            <a:off x="9372600" y="1152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implementation_plan.md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390888" y="15087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quem: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vai construir de novo.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390888" y="198424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original em português: os oito agentes, o roteiro de demo, a ordem de trabalho e o que era para ficar de fora.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520440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3063240"/>
            <a:ext cx="2743200" cy="27432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50" name="Text 48"/>
          <p:cNvSpPr/>
          <p:nvPr/>
        </p:nvSpPr>
        <p:spPr>
          <a:xfrm>
            <a:off x="3630168" y="3072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docs/architecture.md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648456" y="34290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quem: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arquiteto do cliente.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48456" y="39044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topologia, o passo a passo de um turno com repasse, os limites de segurança e como funciona a busca.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91656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91656" y="3063240"/>
            <a:ext cx="2743200" cy="274320"/>
          </a:xfrm>
          <a:prstGeom prst="rect">
            <a:avLst/>
          </a:prstGeom>
          <a:solidFill>
            <a:srgbClr val="A8641B"/>
          </a:solidFill>
          <a:ln/>
        </p:spPr>
      </p:sp>
      <p:sp>
        <p:nvSpPr>
          <p:cNvPr id="55" name="Text 53"/>
          <p:cNvSpPr/>
          <p:nvPr/>
        </p:nvSpPr>
        <p:spPr>
          <a:xfrm>
            <a:off x="6501384" y="3072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ADR-001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519672" y="34290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quem: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pergunta “por quê”.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519672" y="39044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registrada: coordenar agentes no MongoDB em vez de fila ou motor de workflow — com contexto, alternativas e consequências.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262872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62872" y="3063240"/>
            <a:ext cx="2743200" cy="274320"/>
          </a:xfrm>
          <a:prstGeom prst="rect">
            <a:avLst/>
          </a:prstGeom>
          <a:solidFill>
            <a:srgbClr val="4B4A86"/>
          </a:solidFill>
          <a:ln/>
        </p:spPr>
      </p:sp>
      <p:sp>
        <p:nvSpPr>
          <p:cNvPr id="60" name="Text 58"/>
          <p:cNvSpPr/>
          <p:nvPr/>
        </p:nvSpPr>
        <p:spPr>
          <a:xfrm>
            <a:off x="9372600" y="3072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docs/screenshots/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390888" y="34290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print vem depois de uma execução real.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390888" y="39044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zerada ou busca sem resultado não prova nada. Nenhuma imagem carrega identidade de cliente.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520440" y="4937760"/>
            <a:ext cx="8485632" cy="1554480"/>
          </a:xfrm>
          <a:prstGeom prst="rect">
            <a:avLst/>
          </a:prstGeom>
          <a:solidFill>
            <a:srgbClr val="F1F4F1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520440" y="4937760"/>
            <a:ext cx="8485632" cy="274320"/>
          </a:xfrm>
          <a:prstGeom prst="rect">
            <a:avLst/>
          </a:prstGeom>
          <a:solidFill>
            <a:srgbClr val="10241C"/>
          </a:solidFill>
          <a:ln/>
        </p:spPr>
      </p:sp>
      <p:sp>
        <p:nvSpPr>
          <p:cNvPr id="65" name="Text 63"/>
          <p:cNvSpPr/>
          <p:nvPr/>
        </p:nvSpPr>
        <p:spPr>
          <a:xfrm>
            <a:off x="3630168" y="49469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O QUE AINDA FALTA ESCREVER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3648456" y="5285232"/>
            <a:ext cx="3986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RUNBOOK.md —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rodar a demo ao vivo: pré-aquecer o cache, ordem dos cenários, o que fazer se o Atlas cair.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799832" y="5285232"/>
            <a:ext cx="3986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docs/data-model.md —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coleções e por que cada uma existe — hoje isso só aparece espalhado no código.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3648456" y="5852160"/>
            <a:ext cx="3986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 em diante —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limiar do guardrail medido, o cache semântico e a escolha do fan-out ainda não estão registrados.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799832" y="5852160"/>
            <a:ext cx="3986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SECURITY.md —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ameaça já implementado (chave do cliente vem do token, admin separado) sem lugar próprio.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2026-08-15T22:51:42Z</dcterms:created>
  <dcterms:modified xsi:type="dcterms:W3CDTF">2026-08-15T22:51:42Z</dcterms:modified>
</cp:coreProperties>
</file>