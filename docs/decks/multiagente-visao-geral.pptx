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PoV multi-agente: Atlas como plano de dados e de coordenação. Demo em 5 passos no README; guardrail semântico calibrado por medição; cache pré-aquecido antes da apresentação.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Oito agentes, um só banco de dados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PoV de atendimento multi-agente, o MongoDB Atlas guarda os dados do cliente e também coordena os agentes: as regras de roteamento, os repasses entre agentes, a memória, o cache e as decisões de segurança são documentos que dá para abrir e consultar.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555480" y="310896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213848" y="40233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reais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555480" y="813816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213848" y="90525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repasses por pergunta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555480" y="1316736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213848" y="140817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camadas de guardrail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1874520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10241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0025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escreve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24328" y="20574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990088" y="20025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90088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bloqueia abuso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37176" y="20574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02936" y="20025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Roteador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02936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no banco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50024" y="20574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415784" y="20025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15784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4 em cadeia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262872" y="20574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628632" y="20025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28632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gerada sobre o dado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2999232"/>
            <a:ext cx="3566160" cy="1572768"/>
          </a:xfrm>
          <a:prstGeom prst="roundRect">
            <a:avLst>
              <a:gd name="adj" fmla="val 3488"/>
            </a:avLst>
          </a:prstGeom>
          <a:solidFill>
            <a:srgbClr val="F3F6F3"/>
          </a:solidFill>
          <a:ln w="12700">
            <a:solidFill>
              <a:srgbClr val="D8E1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4088" y="3200400"/>
            <a:ext cx="237744" cy="237744"/>
          </a:xfrm>
          <a:prstGeom prst="ellipse">
            <a:avLst/>
          </a:prstGeom>
          <a:solidFill>
            <a:srgbClr val="0F6B4F"/>
          </a:solidFill>
          <a:ln/>
        </p:spPr>
      </p:sp>
      <p:sp>
        <p:nvSpPr>
          <p:cNvPr id="27" name="Text 25"/>
          <p:cNvSpPr/>
          <p:nvPr/>
        </p:nvSpPr>
        <p:spPr>
          <a:xfrm>
            <a:off x="1051560" y="314553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responde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04088" y="3547872"/>
            <a:ext cx="316382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Pedidos, produtos, suporte, faturas, garantia, fidelidade e entregas têm cada um o seu agente. Um orquestrador só entra em cena quando nenhuma regra do banco reconhece o pedido.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297680" y="2999232"/>
            <a:ext cx="3566160" cy="1572768"/>
          </a:xfrm>
          <a:prstGeom prst="roundRect">
            <a:avLst>
              <a:gd name="adj" fmla="val 3488"/>
            </a:avLst>
          </a:prstGeom>
          <a:solidFill>
            <a:srgbClr val="F3F6F3"/>
          </a:solidFill>
          <a:ln w="12700">
            <a:solidFill>
              <a:srgbClr val="D8E1D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98848" y="3200400"/>
            <a:ext cx="237744" cy="237744"/>
          </a:xfrm>
          <a:prstGeom prst="ellipse">
            <a:avLst/>
          </a:prstGeom>
          <a:solidFill>
            <a:srgbClr val="B06D1E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314553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 é rastreável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498848" y="3547872"/>
            <a:ext cx="316382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repasse entre agentes vira um documento. A tela mostra o caminho ao vivo, via change stream, e o inspetor abre o documento exato que gerou a resposta.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092440" y="2999232"/>
            <a:ext cx="3566160" cy="1572768"/>
          </a:xfrm>
          <a:prstGeom prst="roundRect">
            <a:avLst>
              <a:gd name="adj" fmla="val 3488"/>
            </a:avLst>
          </a:prstGeom>
          <a:solidFill>
            <a:srgbClr val="F3F6F3"/>
          </a:solidFill>
          <a:ln w="12700">
            <a:solidFill>
              <a:srgbClr val="D8E1D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93608" y="3200400"/>
            <a:ext cx="237744" cy="237744"/>
          </a:xfrm>
          <a:prstGeom prst="ellipse">
            <a:avLst/>
          </a:prstGeom>
          <a:solidFill>
            <a:srgbClr val="0F6B4F"/>
          </a:solidFill>
          <a:ln/>
        </p:spPr>
      </p:sp>
      <p:sp>
        <p:nvSpPr>
          <p:cNvPr id="35" name="Text 33"/>
          <p:cNvSpPr/>
          <p:nvPr/>
        </p:nvSpPr>
        <p:spPr>
          <a:xfrm>
            <a:off x="8641080" y="314553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em três camadas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293608" y="3547872"/>
            <a:ext cx="316382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frases proibidas, busca vetorial que pega a mesma ideia dita com outras palavras e, só no que resta, um classificador. O que ele bloqueia volta para a lista e fica de graça na próxima.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02920" y="4773168"/>
            <a:ext cx="3566160" cy="1572768"/>
          </a:xfrm>
          <a:prstGeom prst="roundRect">
            <a:avLst>
              <a:gd name="adj" fmla="val 3488"/>
            </a:avLst>
          </a:prstGeom>
          <a:solidFill>
            <a:srgbClr val="F3F6F3"/>
          </a:solidFill>
          <a:ln w="12700">
            <a:solidFill>
              <a:srgbClr val="D8E1D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04088" y="4974336"/>
            <a:ext cx="237744" cy="237744"/>
          </a:xfrm>
          <a:prstGeom prst="ellipse">
            <a:avLst/>
          </a:prstGeom>
          <a:solidFill>
            <a:srgbClr val="B06D1E"/>
          </a:solidFill>
          <a:ln/>
        </p:spPr>
      </p:sp>
      <p:sp>
        <p:nvSpPr>
          <p:cNvPr id="39" name="Text 37"/>
          <p:cNvSpPr/>
          <p:nvPr/>
        </p:nvSpPr>
        <p:spPr>
          <a:xfrm>
            <a:off x="1051560" y="491947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que entende o pedido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04088" y="5321808"/>
            <a:ext cx="316382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catálogo usa busca vetorial com embedding automático; a base de conhecimento combina busca por texto e por significado. A consulta é montada em código — o modelo nunca escreve a query.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297680" y="4773168"/>
            <a:ext cx="3566160" cy="1572768"/>
          </a:xfrm>
          <a:prstGeom prst="roundRect">
            <a:avLst>
              <a:gd name="adj" fmla="val 3488"/>
            </a:avLst>
          </a:prstGeom>
          <a:solidFill>
            <a:srgbClr val="F3F6F3"/>
          </a:solidFill>
          <a:ln w="12700">
            <a:solidFill>
              <a:srgbClr val="D8E1D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98848" y="4974336"/>
            <a:ext cx="237744" cy="237744"/>
          </a:xfrm>
          <a:prstGeom prst="ellipse">
            <a:avLst/>
          </a:prstGeom>
          <a:solidFill>
            <a:srgbClr val="0F6B4F"/>
          </a:solidFill>
          <a:ln/>
        </p:spPr>
      </p:sp>
      <p:sp>
        <p:nvSpPr>
          <p:cNvPr id="43" name="Text 41"/>
          <p:cNvSpPr/>
          <p:nvPr/>
        </p:nvSpPr>
        <p:spPr>
          <a:xfrm>
            <a:off x="4846320" y="491947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é dado, não código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4498848" y="5321808"/>
            <a:ext cx="316382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Modelo, personalidade, ferramentas e orçamento de cada agente ficam numa coleção. Dá para mudar o comportamento em reunião, sem novo deploy.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8092440" y="4773168"/>
            <a:ext cx="3566160" cy="1572768"/>
          </a:xfrm>
          <a:prstGeom prst="roundRect">
            <a:avLst>
              <a:gd name="adj" fmla="val 3488"/>
            </a:avLst>
          </a:prstGeom>
          <a:solidFill>
            <a:srgbClr val="F3F6F3"/>
          </a:solidFill>
          <a:ln w="12700">
            <a:solidFill>
              <a:srgbClr val="D8E1D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93608" y="4974336"/>
            <a:ext cx="237744" cy="237744"/>
          </a:xfrm>
          <a:prstGeom prst="ellipse">
            <a:avLst/>
          </a:prstGeom>
          <a:solidFill>
            <a:srgbClr val="B06D1E"/>
          </a:solidFill>
          <a:ln/>
        </p:spPr>
      </p:sp>
      <p:sp>
        <p:nvSpPr>
          <p:cNvPr id="47" name="Text 45"/>
          <p:cNvSpPr/>
          <p:nvPr/>
        </p:nvSpPr>
        <p:spPr>
          <a:xfrm>
            <a:off x="8641080" y="491947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resposta tem custo e prova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8293608" y="5321808"/>
            <a:ext cx="316382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Contadores por coleção, orçamento de tokens por pergunta, limite de requisições e um conjunto de casos de teste que roda de ponta a ponta e guarda o histórico.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502920" y="64008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React · MongoDB Atlas (Vector Search, Change Streams, TTL) · Claude · voyage-4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2026-08-15T22:43:03Z</dcterms:created>
  <dcterms:modified xsi:type="dcterms:W3CDTF">2026-08-15T22:43:03Z</dcterms:modified>
</cp:coreProperties>
</file>